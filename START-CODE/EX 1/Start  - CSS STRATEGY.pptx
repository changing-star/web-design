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67AC25-518F-4E14-AF7B-C0EA43631C5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BD83CE-BD80-42A4-A237-764DCC838CD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28E644-EB88-4B6B-BD0C-FD6C3AD9BEC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F10C0B-1C35-45FE-9A41-12142AEB53D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DF42DA-4CFE-420F-9988-B199491B915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BC1322-FC92-40F9-8129-EE6DC6931D3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6B22B4-1552-4820-A52A-5C2E7CFEFF6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570742-1A97-4ABE-89B6-E3E2909274E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385402-02C1-4783-BF52-58F7D920C6E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514690-11A6-4D3B-9789-CE2B9761F1B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FB3737-26EF-4218-ADE4-B6E69E5EF96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67A3AC-D31A-4508-AD9D-2D6E4939E28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A1950D1-EAC5-4BD3-95B0-987C22B8284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F56E031-A9D0-4F3D-9A91-DDB8C465974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D0003B2-9B30-480C-A7A4-0177727DC11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0ACE2F9-E4AB-475B-995E-88FBA13CBB0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0A9D25B-3034-463B-843E-DA76C0D0E19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A4B0996-E9A2-465C-BE08-600E2FAE471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E520872-70CB-4B45-8190-A95E3485668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92A9115-9B3C-4308-B90D-D76E544041D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2274713-0AFA-4A30-84D4-72AC5DC9C56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A8273AA-6641-4D4E-B04C-D5C04C7B3A9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C9EEAEB-D10B-438E-A970-794C62B982E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DA1BB4E-7CD5-49E4-987D-13B33802F45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7CE10ED-3FC8-48A6-8E5A-2AF6C95A2AE2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4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41B2CB5-0B53-453F-813D-45B617EAA6CF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Name: You Chehnintchesda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838080" y="250668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GEN: 11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Department: CS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Specialization: DS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Group:2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Box 3"/>
          <p:cNvSpPr/>
          <p:nvPr/>
        </p:nvSpPr>
        <p:spPr>
          <a:xfrm>
            <a:off x="2881440" y="406440"/>
            <a:ext cx="64296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Identify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 root components of website below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5" name="Picture 4" descr=""/>
          <p:cNvPicPr/>
          <p:nvPr/>
        </p:nvPicPr>
        <p:blipFill>
          <a:blip r:embed="rId1"/>
          <a:stretch/>
        </p:blipFill>
        <p:spPr>
          <a:xfrm>
            <a:off x="1110600" y="1530720"/>
            <a:ext cx="10128240" cy="4450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Picture 1" descr=""/>
          <p:cNvPicPr/>
          <p:nvPr/>
        </p:nvPicPr>
        <p:blipFill>
          <a:blip r:embed="rId1"/>
          <a:stretch/>
        </p:blipFill>
        <p:spPr>
          <a:xfrm>
            <a:off x="0" y="1364400"/>
            <a:ext cx="8763840" cy="3240360"/>
          </a:xfrm>
          <a:prstGeom prst="rect">
            <a:avLst/>
          </a:prstGeom>
          <a:ln w="0">
            <a:noFill/>
          </a:ln>
        </p:spPr>
      </p:pic>
      <p:sp>
        <p:nvSpPr>
          <p:cNvPr id="87" name="Rectangle 2"/>
          <p:cNvSpPr/>
          <p:nvPr/>
        </p:nvSpPr>
        <p:spPr>
          <a:xfrm>
            <a:off x="0" y="1378440"/>
            <a:ext cx="8735760" cy="293040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" name="Rectangle 3"/>
          <p:cNvSpPr/>
          <p:nvPr/>
        </p:nvSpPr>
        <p:spPr>
          <a:xfrm>
            <a:off x="0" y="1688040"/>
            <a:ext cx="8735760" cy="293040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" name="Rectangle 4"/>
          <p:cNvSpPr/>
          <p:nvPr/>
        </p:nvSpPr>
        <p:spPr>
          <a:xfrm>
            <a:off x="0" y="1983600"/>
            <a:ext cx="8735760" cy="2841120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0" name="Rectangle 5"/>
          <p:cNvSpPr/>
          <p:nvPr/>
        </p:nvSpPr>
        <p:spPr>
          <a:xfrm>
            <a:off x="9160920" y="1197360"/>
            <a:ext cx="2784960" cy="3627720"/>
          </a:xfrm>
          <a:prstGeom prst="rect">
            <a:avLst/>
          </a:prstGeom>
          <a:solidFill>
            <a:srgbClr val="4472c4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</a:rPr>
              <a:t>content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Rectangle 6"/>
          <p:cNvSpPr/>
          <p:nvPr/>
        </p:nvSpPr>
        <p:spPr>
          <a:xfrm>
            <a:off x="9160920" y="1197360"/>
            <a:ext cx="2784960" cy="490320"/>
          </a:xfrm>
          <a:prstGeom prst="rect">
            <a:avLst/>
          </a:prstGeom>
          <a:solidFill>
            <a:schemeClr val="accent4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</a:rPr>
              <a:t>nav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Rectangle 7"/>
          <p:cNvSpPr/>
          <p:nvPr/>
        </p:nvSpPr>
        <p:spPr>
          <a:xfrm>
            <a:off x="9160920" y="1670400"/>
            <a:ext cx="2784960" cy="369000"/>
          </a:xfrm>
          <a:prstGeom prst="rect">
            <a:avLst/>
          </a:prstGeom>
          <a:solidFill>
            <a:srgbClr val="00b050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</a:rPr>
              <a:t>header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3" name="Straight Arrow Connector 9"/>
          <p:cNvCxnSpPr/>
          <p:nvPr/>
        </p:nvCxnSpPr>
        <p:spPr>
          <a:xfrm>
            <a:off x="8949960" y="1071000"/>
            <a:ext cx="360" cy="599400"/>
          </a:xfrm>
          <a:prstGeom prst="straightConnector1">
            <a:avLst/>
          </a:prstGeom>
          <a:ln>
            <a:solidFill>
              <a:srgbClr val="4472c4"/>
            </a:solidFill>
            <a:headEnd len="med" type="triangle" w="med"/>
            <a:tailEnd len="med" type="triangle" w="med"/>
          </a:ln>
        </p:spPr>
      </p:cxnSp>
      <p:cxnSp>
        <p:nvCxnSpPr>
          <p:cNvPr id="94" name="Straight Arrow Connector 10"/>
          <p:cNvCxnSpPr/>
          <p:nvPr/>
        </p:nvCxnSpPr>
        <p:spPr>
          <a:xfrm>
            <a:off x="8938080" y="1688040"/>
            <a:ext cx="12240" cy="293400"/>
          </a:xfrm>
          <a:prstGeom prst="straightConnector1">
            <a:avLst/>
          </a:prstGeom>
          <a:ln>
            <a:solidFill>
              <a:srgbClr val="4472c4"/>
            </a:solidFill>
            <a:headEnd len="med" type="triangle" w="med"/>
            <a:tailEnd len="med" type="triangle" w="med"/>
          </a:ln>
        </p:spPr>
      </p:cxnSp>
      <p:cxnSp>
        <p:nvCxnSpPr>
          <p:cNvPr id="95" name="Straight Arrow Connector 11"/>
          <p:cNvCxnSpPr/>
          <p:nvPr/>
        </p:nvCxnSpPr>
        <p:spPr>
          <a:xfrm>
            <a:off x="8949960" y="2039400"/>
            <a:ext cx="360" cy="2786040"/>
          </a:xfrm>
          <a:prstGeom prst="straightConnector1">
            <a:avLst/>
          </a:prstGeom>
          <a:ln>
            <a:solidFill>
              <a:srgbClr val="4472c4"/>
            </a:solidFill>
            <a:headEnd len="med" type="triangle" w="med"/>
            <a:tailEnd len="med" type="triangle" w="med"/>
          </a:ln>
        </p:spPr>
      </p:cxnSp>
      <p:sp>
        <p:nvSpPr>
          <p:cNvPr id="96" name="TextBox 14"/>
          <p:cNvSpPr/>
          <p:nvPr/>
        </p:nvSpPr>
        <p:spPr>
          <a:xfrm>
            <a:off x="9209160" y="1701000"/>
            <a:ext cx="854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Flex: 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Box 15"/>
          <p:cNvSpPr/>
          <p:nvPr/>
        </p:nvSpPr>
        <p:spPr>
          <a:xfrm>
            <a:off x="9209160" y="1197360"/>
            <a:ext cx="854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Flex: 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Box 16"/>
          <p:cNvSpPr/>
          <p:nvPr/>
        </p:nvSpPr>
        <p:spPr>
          <a:xfrm>
            <a:off x="9209160" y="3166560"/>
            <a:ext cx="854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Flex: 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Box 17"/>
          <p:cNvSpPr/>
          <p:nvPr/>
        </p:nvSpPr>
        <p:spPr>
          <a:xfrm>
            <a:off x="136800" y="304200"/>
            <a:ext cx="1087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Root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div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Box 18"/>
          <p:cNvSpPr/>
          <p:nvPr/>
        </p:nvSpPr>
        <p:spPr>
          <a:xfrm>
            <a:off x="415800" y="664200"/>
            <a:ext cx="1805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- Height: 100vh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Picture 1" descr=""/>
          <p:cNvPicPr/>
          <p:nvPr/>
        </p:nvPicPr>
        <p:blipFill>
          <a:blip r:embed="rId1"/>
          <a:srcRect l="0" t="0" r="0" b="90782"/>
          <a:stretch/>
        </p:blipFill>
        <p:spPr>
          <a:xfrm>
            <a:off x="1136160" y="1381680"/>
            <a:ext cx="9919080" cy="401040"/>
          </a:xfrm>
          <a:prstGeom prst="rect">
            <a:avLst/>
          </a:prstGeom>
          <a:ln w="0">
            <a:solidFill>
              <a:srgbClr val="4472c4"/>
            </a:solidFill>
          </a:ln>
        </p:spPr>
      </p:pic>
      <p:sp>
        <p:nvSpPr>
          <p:cNvPr id="102" name="TextBox 2"/>
          <p:cNvSpPr/>
          <p:nvPr/>
        </p:nvSpPr>
        <p:spPr>
          <a:xfrm>
            <a:off x="157320" y="304200"/>
            <a:ext cx="6339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Nav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Rectangle 3"/>
          <p:cNvSpPr/>
          <p:nvPr/>
        </p:nvSpPr>
        <p:spPr>
          <a:xfrm>
            <a:off x="1136160" y="1381680"/>
            <a:ext cx="9919080" cy="401040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" name="Rectangle 4"/>
          <p:cNvSpPr/>
          <p:nvPr/>
        </p:nvSpPr>
        <p:spPr>
          <a:xfrm>
            <a:off x="1136160" y="1222200"/>
            <a:ext cx="2017080" cy="708840"/>
          </a:xfrm>
          <a:prstGeom prst="rect">
            <a:avLst/>
          </a:prstGeom>
          <a:noFill/>
          <a:ln w="2857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5" name="Rectangle 5"/>
          <p:cNvSpPr/>
          <p:nvPr/>
        </p:nvSpPr>
        <p:spPr>
          <a:xfrm>
            <a:off x="9583560" y="1222200"/>
            <a:ext cx="2017080" cy="708840"/>
          </a:xfrm>
          <a:prstGeom prst="rect">
            <a:avLst/>
          </a:prstGeom>
          <a:noFill/>
          <a:ln w="2857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" name="Rectangle 6"/>
          <p:cNvSpPr/>
          <p:nvPr/>
        </p:nvSpPr>
        <p:spPr>
          <a:xfrm>
            <a:off x="4488120" y="1222200"/>
            <a:ext cx="3004200" cy="708840"/>
          </a:xfrm>
          <a:prstGeom prst="rect">
            <a:avLst/>
          </a:prstGeom>
          <a:noFill/>
          <a:ln w="2857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7" name="TextBox 7"/>
          <p:cNvSpPr/>
          <p:nvPr/>
        </p:nvSpPr>
        <p:spPr>
          <a:xfrm>
            <a:off x="1418400" y="2016000"/>
            <a:ext cx="1140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Nav-left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Box 8"/>
          <p:cNvSpPr/>
          <p:nvPr/>
        </p:nvSpPr>
        <p:spPr>
          <a:xfrm>
            <a:off x="10203480" y="2050560"/>
            <a:ext cx="1140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Nav-right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Box 9"/>
          <p:cNvSpPr/>
          <p:nvPr/>
        </p:nvSpPr>
        <p:spPr>
          <a:xfrm>
            <a:off x="5337000" y="2050560"/>
            <a:ext cx="13287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Nav-center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Box 10"/>
          <p:cNvSpPr/>
          <p:nvPr/>
        </p:nvSpPr>
        <p:spPr>
          <a:xfrm>
            <a:off x="1418400" y="2285280"/>
            <a:ext cx="1140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Flex: 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Box 11"/>
          <p:cNvSpPr/>
          <p:nvPr/>
        </p:nvSpPr>
        <p:spPr>
          <a:xfrm>
            <a:off x="10203480" y="2469960"/>
            <a:ext cx="1140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Flex: 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Box 12"/>
          <p:cNvSpPr/>
          <p:nvPr/>
        </p:nvSpPr>
        <p:spPr>
          <a:xfrm>
            <a:off x="5431320" y="2419920"/>
            <a:ext cx="1140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Flex: 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3" name="Picture 14" descr=""/>
          <p:cNvPicPr/>
          <p:nvPr/>
        </p:nvPicPr>
        <p:blipFill>
          <a:blip r:embed="rId2"/>
          <a:srcRect l="0" t="0" r="85648" b="91519"/>
          <a:stretch/>
        </p:blipFill>
        <p:spPr>
          <a:xfrm>
            <a:off x="565920" y="3649320"/>
            <a:ext cx="1422360" cy="369000"/>
          </a:xfrm>
          <a:prstGeom prst="rect">
            <a:avLst/>
          </a:prstGeom>
          <a:ln w="0">
            <a:noFill/>
          </a:ln>
        </p:spPr>
      </p:pic>
      <p:sp>
        <p:nvSpPr>
          <p:cNvPr id="114" name="TextBox 15"/>
          <p:cNvSpPr/>
          <p:nvPr/>
        </p:nvSpPr>
        <p:spPr>
          <a:xfrm>
            <a:off x="230400" y="3059640"/>
            <a:ext cx="1187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Nav-left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Rectangle 16"/>
          <p:cNvSpPr/>
          <p:nvPr/>
        </p:nvSpPr>
        <p:spPr>
          <a:xfrm>
            <a:off x="824400" y="3724560"/>
            <a:ext cx="943200" cy="249480"/>
          </a:xfrm>
          <a:prstGeom prst="rect">
            <a:avLst/>
          </a:prstGeom>
          <a:noFill/>
          <a:ln w="2857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6" name="Rectangle 17"/>
          <p:cNvSpPr/>
          <p:nvPr/>
        </p:nvSpPr>
        <p:spPr>
          <a:xfrm>
            <a:off x="600120" y="3701520"/>
            <a:ext cx="189720" cy="264960"/>
          </a:xfrm>
          <a:prstGeom prst="rect">
            <a:avLst/>
          </a:prstGeom>
          <a:noFill/>
          <a:ln w="28575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b050"/>
              </a:solidFill>
              <a:latin typeface="Calibri"/>
            </a:endParaRPr>
          </a:p>
        </p:txBody>
      </p:sp>
      <p:sp>
        <p:nvSpPr>
          <p:cNvPr id="117" name="TextBox 18"/>
          <p:cNvSpPr/>
          <p:nvPr/>
        </p:nvSpPr>
        <p:spPr>
          <a:xfrm>
            <a:off x="965160" y="4018680"/>
            <a:ext cx="11876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b0f0"/>
                </a:solidFill>
                <a:latin typeface="Calibri"/>
              </a:rPr>
              <a:t>Calss-title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Box 19"/>
          <p:cNvSpPr/>
          <p:nvPr/>
        </p:nvSpPr>
        <p:spPr>
          <a:xfrm>
            <a:off x="230400" y="4006440"/>
            <a:ext cx="68688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b050"/>
                </a:solidFill>
                <a:latin typeface="Calibri"/>
              </a:rPr>
              <a:t>Menu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9" name="Picture 20" descr=""/>
          <p:cNvPicPr/>
          <p:nvPr/>
        </p:nvPicPr>
        <p:blipFill>
          <a:blip r:embed="rId3"/>
          <a:srcRect l="29561" t="-701" r="32021" b="89120"/>
          <a:stretch/>
        </p:blipFill>
        <p:spPr>
          <a:xfrm>
            <a:off x="3830040" y="3537360"/>
            <a:ext cx="3809520" cy="504000"/>
          </a:xfrm>
          <a:prstGeom prst="rect">
            <a:avLst/>
          </a:prstGeom>
          <a:ln w="0">
            <a:noFill/>
          </a:ln>
        </p:spPr>
      </p:pic>
      <p:sp>
        <p:nvSpPr>
          <p:cNvPr id="120" name="TextBox 21"/>
          <p:cNvSpPr/>
          <p:nvPr/>
        </p:nvSpPr>
        <p:spPr>
          <a:xfrm>
            <a:off x="5146920" y="2997360"/>
            <a:ext cx="13287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Nav-center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Rectangle 22"/>
          <p:cNvSpPr/>
          <p:nvPr/>
        </p:nvSpPr>
        <p:spPr>
          <a:xfrm>
            <a:off x="4648320" y="3574440"/>
            <a:ext cx="594000" cy="425160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122" name="Rectangle 23"/>
          <p:cNvSpPr/>
          <p:nvPr/>
        </p:nvSpPr>
        <p:spPr>
          <a:xfrm>
            <a:off x="5337000" y="3580920"/>
            <a:ext cx="397440" cy="425160"/>
          </a:xfrm>
          <a:prstGeom prst="rect">
            <a:avLst/>
          </a:prstGeom>
          <a:noFill/>
          <a:ln w="2857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3" name="Rectangle 24"/>
          <p:cNvSpPr/>
          <p:nvPr/>
        </p:nvSpPr>
        <p:spPr>
          <a:xfrm>
            <a:off x="5811480" y="3580920"/>
            <a:ext cx="471960" cy="425160"/>
          </a:xfrm>
          <a:prstGeom prst="rect">
            <a:avLst/>
          </a:prstGeom>
          <a:noFill/>
          <a:ln w="2857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4" name="Rectangle 25"/>
          <p:cNvSpPr/>
          <p:nvPr/>
        </p:nvSpPr>
        <p:spPr>
          <a:xfrm>
            <a:off x="6360480" y="3580920"/>
            <a:ext cx="471960" cy="425160"/>
          </a:xfrm>
          <a:prstGeom prst="rect">
            <a:avLst/>
          </a:prstGeom>
          <a:noFill/>
          <a:ln w="2857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5" name="TextBox 26"/>
          <p:cNvSpPr/>
          <p:nvPr/>
        </p:nvSpPr>
        <p:spPr>
          <a:xfrm>
            <a:off x="5663880" y="4050000"/>
            <a:ext cx="90792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b0f0"/>
                </a:solidFill>
                <a:latin typeface="Calibri"/>
              </a:rPr>
              <a:t>Tab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Box 27"/>
          <p:cNvSpPr/>
          <p:nvPr/>
        </p:nvSpPr>
        <p:spPr>
          <a:xfrm>
            <a:off x="4282560" y="4087440"/>
            <a:ext cx="127368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ff0000"/>
                </a:solidFill>
                <a:latin typeface="Calibri"/>
              </a:rPr>
              <a:t>Active Tab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Box 28"/>
          <p:cNvSpPr/>
          <p:nvPr/>
        </p:nvSpPr>
        <p:spPr>
          <a:xfrm>
            <a:off x="10103400" y="3083040"/>
            <a:ext cx="1140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Nav-right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8" name="Picture 30" descr=""/>
          <p:cNvPicPr/>
          <p:nvPr/>
        </p:nvPicPr>
        <p:blipFill>
          <a:blip r:embed="rId4"/>
          <a:srcRect l="83944" t="-184" r="0" b="90778"/>
          <a:stretch/>
        </p:blipFill>
        <p:spPr>
          <a:xfrm>
            <a:off x="9554400" y="3519720"/>
            <a:ext cx="1591200" cy="409320"/>
          </a:xfrm>
          <a:prstGeom prst="rect">
            <a:avLst/>
          </a:prstGeom>
          <a:ln w="0">
            <a:noFill/>
          </a:ln>
        </p:spPr>
      </p:pic>
      <p:sp>
        <p:nvSpPr>
          <p:cNvPr id="129" name="Rectangle 31"/>
          <p:cNvSpPr/>
          <p:nvPr/>
        </p:nvSpPr>
        <p:spPr>
          <a:xfrm>
            <a:off x="10161720" y="3511800"/>
            <a:ext cx="277560" cy="425160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0" name="Rectangle 32"/>
          <p:cNvSpPr/>
          <p:nvPr/>
        </p:nvSpPr>
        <p:spPr>
          <a:xfrm>
            <a:off x="10797120" y="3546360"/>
            <a:ext cx="471960" cy="425160"/>
          </a:xfrm>
          <a:prstGeom prst="rect">
            <a:avLst/>
          </a:prstGeom>
          <a:noFill/>
          <a:ln w="28575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1" name="Rectangle 33"/>
          <p:cNvSpPr/>
          <p:nvPr/>
        </p:nvSpPr>
        <p:spPr>
          <a:xfrm>
            <a:off x="10479240" y="3519720"/>
            <a:ext cx="277560" cy="425160"/>
          </a:xfrm>
          <a:prstGeom prst="rect">
            <a:avLst/>
          </a:prstGeom>
          <a:noFill/>
          <a:ln w="2857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2" name="TextBox 34"/>
          <p:cNvSpPr/>
          <p:nvPr/>
        </p:nvSpPr>
        <p:spPr>
          <a:xfrm>
            <a:off x="10275120" y="3982320"/>
            <a:ext cx="59076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b0f0"/>
                </a:solidFill>
                <a:latin typeface="Calibri"/>
              </a:rPr>
              <a:t>More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Box 35"/>
          <p:cNvSpPr/>
          <p:nvPr/>
        </p:nvSpPr>
        <p:spPr>
          <a:xfrm>
            <a:off x="9399960" y="3562920"/>
            <a:ext cx="127368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ff0000"/>
                </a:solidFill>
                <a:latin typeface="Calibri"/>
              </a:rPr>
              <a:t>Setting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Box 36"/>
          <p:cNvSpPr/>
          <p:nvPr/>
        </p:nvSpPr>
        <p:spPr>
          <a:xfrm>
            <a:off x="11033280" y="4002840"/>
            <a:ext cx="67536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b050"/>
                </a:solidFill>
                <a:latin typeface="Calibri"/>
              </a:rPr>
              <a:t>Profile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Picture 5" descr=""/>
          <p:cNvPicPr/>
          <p:nvPr/>
        </p:nvPicPr>
        <p:blipFill>
          <a:blip r:embed="rId1"/>
          <a:srcRect l="21271" t="9011" r="22577" b="57984"/>
          <a:stretch/>
        </p:blipFill>
        <p:spPr>
          <a:xfrm>
            <a:off x="2402640" y="1402200"/>
            <a:ext cx="5686560" cy="1468080"/>
          </a:xfrm>
          <a:prstGeom prst="rect">
            <a:avLst/>
          </a:prstGeom>
          <a:ln w="0">
            <a:noFill/>
          </a:ln>
        </p:spPr>
      </p:pic>
      <p:sp>
        <p:nvSpPr>
          <p:cNvPr id="136" name="TextBox 3"/>
          <p:cNvSpPr/>
          <p:nvPr/>
        </p:nvSpPr>
        <p:spPr>
          <a:xfrm>
            <a:off x="129600" y="304200"/>
            <a:ext cx="101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Header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Rectangle 6"/>
          <p:cNvSpPr/>
          <p:nvPr/>
        </p:nvSpPr>
        <p:spPr>
          <a:xfrm>
            <a:off x="2578320" y="1499040"/>
            <a:ext cx="5335560" cy="1274760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8" name="Rectangle 9"/>
          <p:cNvSpPr/>
          <p:nvPr/>
        </p:nvSpPr>
        <p:spPr>
          <a:xfrm>
            <a:off x="8376480" y="1499040"/>
            <a:ext cx="2825280" cy="1274760"/>
          </a:xfrm>
          <a:prstGeom prst="rect">
            <a:avLst/>
          </a:prstGeom>
          <a:solidFill>
            <a:srgbClr val="4472c4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9" name="TextBox 10"/>
          <p:cNvSpPr/>
          <p:nvPr/>
        </p:nvSpPr>
        <p:spPr>
          <a:xfrm>
            <a:off x="9282600" y="1951920"/>
            <a:ext cx="101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Header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Box 12"/>
          <p:cNvSpPr/>
          <p:nvPr/>
        </p:nvSpPr>
        <p:spPr>
          <a:xfrm>
            <a:off x="9689040" y="3244320"/>
            <a:ext cx="1654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Main Section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Box 14"/>
          <p:cNvSpPr/>
          <p:nvPr/>
        </p:nvSpPr>
        <p:spPr>
          <a:xfrm>
            <a:off x="2757960" y="2835000"/>
            <a:ext cx="687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highlight>
                  <a:srgbClr val="ffff00"/>
                </a:highlight>
                <a:latin typeface="Calibri"/>
              </a:rPr>
              <a:t>Title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Rectangle 16"/>
          <p:cNvSpPr/>
          <p:nvPr/>
        </p:nvSpPr>
        <p:spPr>
          <a:xfrm>
            <a:off x="2657520" y="2410200"/>
            <a:ext cx="1494360" cy="274680"/>
          </a:xfrm>
          <a:prstGeom prst="rect">
            <a:avLst/>
          </a:prstGeom>
          <a:noFill/>
          <a:ln w="28575">
            <a:solidFill>
              <a:srgbClr val="ffff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3" name="Rectangle 17"/>
          <p:cNvSpPr/>
          <p:nvPr/>
        </p:nvSpPr>
        <p:spPr>
          <a:xfrm>
            <a:off x="6969960" y="1590480"/>
            <a:ext cx="851760" cy="228600"/>
          </a:xfrm>
          <a:prstGeom prst="rect">
            <a:avLst/>
          </a:prstGeom>
          <a:noFill/>
          <a:ln w="28575">
            <a:solidFill>
              <a:srgbClr val="ffff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4" name="TextBox 18"/>
          <p:cNvSpPr/>
          <p:nvPr/>
        </p:nvSpPr>
        <p:spPr>
          <a:xfrm>
            <a:off x="6046200" y="936360"/>
            <a:ext cx="2218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highlight>
                  <a:srgbClr val="ffff00"/>
                </a:highlight>
                <a:latin typeface="Calibri"/>
              </a:rPr>
              <a:t>Customize button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Box 19"/>
          <p:cNvSpPr/>
          <p:nvPr/>
        </p:nvSpPr>
        <p:spPr>
          <a:xfrm>
            <a:off x="5414760" y="2919960"/>
            <a:ext cx="2354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highlight>
                  <a:srgbClr val="ff0000"/>
                </a:highlight>
                <a:latin typeface="Calibri"/>
              </a:rPr>
              <a:t>Background Image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Picture 5" descr=""/>
          <p:cNvPicPr/>
          <p:nvPr/>
        </p:nvPicPr>
        <p:blipFill>
          <a:blip r:embed="rId1"/>
          <a:srcRect l="17857" t="40039" r="19729" b="0"/>
          <a:stretch/>
        </p:blipFill>
        <p:spPr>
          <a:xfrm>
            <a:off x="2806200" y="2155320"/>
            <a:ext cx="6320880" cy="2667960"/>
          </a:xfrm>
          <a:prstGeom prst="rect">
            <a:avLst/>
          </a:prstGeom>
          <a:ln w="0">
            <a:noFill/>
          </a:ln>
        </p:spPr>
      </p:pic>
      <p:sp>
        <p:nvSpPr>
          <p:cNvPr id="147" name="TextBox 3"/>
          <p:cNvSpPr/>
          <p:nvPr/>
        </p:nvSpPr>
        <p:spPr>
          <a:xfrm>
            <a:off x="117360" y="304200"/>
            <a:ext cx="1103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Content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Rectangle 7"/>
          <p:cNvSpPr/>
          <p:nvPr/>
        </p:nvSpPr>
        <p:spPr>
          <a:xfrm>
            <a:off x="4515840" y="2279880"/>
            <a:ext cx="4114440" cy="2543760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9" name="TextBox 10"/>
          <p:cNvSpPr/>
          <p:nvPr/>
        </p:nvSpPr>
        <p:spPr>
          <a:xfrm>
            <a:off x="9593640" y="1314360"/>
            <a:ext cx="1996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Content Header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Rectangle 11"/>
          <p:cNvSpPr/>
          <p:nvPr/>
        </p:nvSpPr>
        <p:spPr>
          <a:xfrm>
            <a:off x="9080280" y="2265480"/>
            <a:ext cx="2825280" cy="2558160"/>
          </a:xfrm>
          <a:prstGeom prst="rect">
            <a:avLst/>
          </a:prstGeom>
          <a:solidFill>
            <a:schemeClr val="accent2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1" name="TextBox 12"/>
          <p:cNvSpPr/>
          <p:nvPr/>
        </p:nvSpPr>
        <p:spPr>
          <a:xfrm>
            <a:off x="9689040" y="3244320"/>
            <a:ext cx="1654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Main Section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Box 1"/>
          <p:cNvSpPr/>
          <p:nvPr/>
        </p:nvSpPr>
        <p:spPr>
          <a:xfrm>
            <a:off x="3084120" y="1508400"/>
            <a:ext cx="834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Flex:0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Rectangle 8"/>
          <p:cNvSpPr/>
          <p:nvPr/>
        </p:nvSpPr>
        <p:spPr>
          <a:xfrm>
            <a:off x="3233880" y="2288880"/>
            <a:ext cx="1221840" cy="2543760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4" name="TextBox 13"/>
          <p:cNvSpPr/>
          <p:nvPr/>
        </p:nvSpPr>
        <p:spPr>
          <a:xfrm>
            <a:off x="3015360" y="1139040"/>
            <a:ext cx="1534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Left-section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Box 14"/>
          <p:cNvSpPr/>
          <p:nvPr/>
        </p:nvSpPr>
        <p:spPr>
          <a:xfrm>
            <a:off x="5832720" y="1120320"/>
            <a:ext cx="1697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Right-section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Box 15"/>
          <p:cNvSpPr/>
          <p:nvPr/>
        </p:nvSpPr>
        <p:spPr>
          <a:xfrm>
            <a:off x="6264000" y="1516320"/>
            <a:ext cx="834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Flex:1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Box 16"/>
          <p:cNvSpPr/>
          <p:nvPr/>
        </p:nvSpPr>
        <p:spPr>
          <a:xfrm>
            <a:off x="5058360" y="4948200"/>
            <a:ext cx="2296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Flex-direction: row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Picture 5" descr=""/>
          <p:cNvPicPr/>
          <p:nvPr/>
        </p:nvPicPr>
        <p:blipFill>
          <a:blip r:embed="rId1"/>
          <a:srcRect l="22764" t="40039" r="65842" b="0"/>
          <a:stretch/>
        </p:blipFill>
        <p:spPr>
          <a:xfrm>
            <a:off x="690480" y="1314360"/>
            <a:ext cx="1152720" cy="2667960"/>
          </a:xfrm>
          <a:prstGeom prst="rect">
            <a:avLst/>
          </a:prstGeom>
          <a:ln w="0">
            <a:noFill/>
          </a:ln>
        </p:spPr>
      </p:pic>
      <p:sp>
        <p:nvSpPr>
          <p:cNvPr id="159" name="TextBox 10"/>
          <p:cNvSpPr/>
          <p:nvPr/>
        </p:nvSpPr>
        <p:spPr>
          <a:xfrm>
            <a:off x="9593640" y="1314360"/>
            <a:ext cx="1996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Content Header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Box 12"/>
          <p:cNvSpPr/>
          <p:nvPr/>
        </p:nvSpPr>
        <p:spPr>
          <a:xfrm>
            <a:off x="9689040" y="3244320"/>
            <a:ext cx="1654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Main Section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Box 1"/>
          <p:cNvSpPr/>
          <p:nvPr/>
        </p:nvSpPr>
        <p:spPr>
          <a:xfrm>
            <a:off x="406440" y="405720"/>
            <a:ext cx="1534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Left-section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Rectangle 8"/>
          <p:cNvSpPr/>
          <p:nvPr/>
        </p:nvSpPr>
        <p:spPr>
          <a:xfrm>
            <a:off x="621360" y="1447920"/>
            <a:ext cx="1221840" cy="598680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3" name="TextBox 4"/>
          <p:cNvSpPr/>
          <p:nvPr/>
        </p:nvSpPr>
        <p:spPr>
          <a:xfrm>
            <a:off x="1942920" y="1562760"/>
            <a:ext cx="1624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f0000"/>
                </a:solidFill>
                <a:latin typeface="Calibri"/>
              </a:rPr>
              <a:t>Google Meet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Rectangle 6"/>
          <p:cNvSpPr/>
          <p:nvPr/>
        </p:nvSpPr>
        <p:spPr>
          <a:xfrm>
            <a:off x="604440" y="2116440"/>
            <a:ext cx="1221840" cy="598680"/>
          </a:xfrm>
          <a:prstGeom prst="rect">
            <a:avLst/>
          </a:prstGeom>
          <a:noFill/>
          <a:ln w="2857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5" name="Rectangle 9"/>
          <p:cNvSpPr/>
          <p:nvPr/>
        </p:nvSpPr>
        <p:spPr>
          <a:xfrm>
            <a:off x="614520" y="2784960"/>
            <a:ext cx="1221840" cy="1267200"/>
          </a:xfrm>
          <a:prstGeom prst="rect">
            <a:avLst/>
          </a:prstGeom>
          <a:noFill/>
          <a:ln w="28575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6" name="TextBox 13"/>
          <p:cNvSpPr/>
          <p:nvPr/>
        </p:nvSpPr>
        <p:spPr>
          <a:xfrm>
            <a:off x="2023200" y="2256480"/>
            <a:ext cx="1362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b0f0"/>
                </a:solidFill>
                <a:latin typeface="Calibri"/>
              </a:rPr>
              <a:t>Class code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Box 14"/>
          <p:cNvSpPr/>
          <p:nvPr/>
        </p:nvSpPr>
        <p:spPr>
          <a:xfrm>
            <a:off x="2113920" y="2949840"/>
            <a:ext cx="1211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b050"/>
                </a:solidFill>
                <a:latin typeface="Calibri"/>
              </a:rPr>
              <a:t>Schedule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8" name="Picture 15" descr=""/>
          <p:cNvPicPr/>
          <p:nvPr/>
        </p:nvPicPr>
        <p:blipFill>
          <a:blip r:embed="rId2"/>
          <a:srcRect l="33848" t="40039" r="23892" b="0"/>
          <a:stretch/>
        </p:blipFill>
        <p:spPr>
          <a:xfrm>
            <a:off x="4707360" y="1314360"/>
            <a:ext cx="4622760" cy="2882160"/>
          </a:xfrm>
          <a:prstGeom prst="rect">
            <a:avLst/>
          </a:prstGeom>
          <a:ln w="0">
            <a:noFill/>
          </a:ln>
        </p:spPr>
      </p:pic>
      <p:sp>
        <p:nvSpPr>
          <p:cNvPr id="169" name="TextBox 16"/>
          <p:cNvSpPr/>
          <p:nvPr/>
        </p:nvSpPr>
        <p:spPr>
          <a:xfrm>
            <a:off x="4577400" y="351720"/>
            <a:ext cx="1697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Right-section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Box 17"/>
          <p:cNvSpPr/>
          <p:nvPr/>
        </p:nvSpPr>
        <p:spPr>
          <a:xfrm>
            <a:off x="9600480" y="1473840"/>
            <a:ext cx="1945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f0000"/>
                </a:solidFill>
                <a:latin typeface="Calibri"/>
              </a:rPr>
              <a:t>Announcement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Box 18"/>
          <p:cNvSpPr/>
          <p:nvPr/>
        </p:nvSpPr>
        <p:spPr>
          <a:xfrm>
            <a:off x="9787320" y="2715480"/>
            <a:ext cx="1656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b050"/>
                </a:solidFill>
                <a:latin typeface="Calibri"/>
              </a:rPr>
              <a:t>Assignments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Rectangle 19"/>
          <p:cNvSpPr/>
          <p:nvPr/>
        </p:nvSpPr>
        <p:spPr>
          <a:xfrm>
            <a:off x="4725360" y="1333080"/>
            <a:ext cx="4717080" cy="598680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3" name="Rectangle 20"/>
          <p:cNvSpPr/>
          <p:nvPr/>
        </p:nvSpPr>
        <p:spPr>
          <a:xfrm>
            <a:off x="4697280" y="2014920"/>
            <a:ext cx="4744800" cy="2200680"/>
          </a:xfrm>
          <a:prstGeom prst="rect">
            <a:avLst/>
          </a:prstGeom>
          <a:noFill/>
          <a:ln w="28575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4" name="TextBox 22"/>
          <p:cNvSpPr/>
          <p:nvPr/>
        </p:nvSpPr>
        <p:spPr>
          <a:xfrm>
            <a:off x="327240" y="827280"/>
            <a:ext cx="2720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Flex-direction: column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Box 23"/>
          <p:cNvSpPr/>
          <p:nvPr/>
        </p:nvSpPr>
        <p:spPr>
          <a:xfrm>
            <a:off x="4501800" y="756000"/>
            <a:ext cx="2720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Flex-direction: column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</TotalTime>
  <Application>LibreOffice/7.4.7.2$Linux_X86_64 LibreOffice_project/40$Build-2</Application>
  <AppVersion>15.0000</AppVersion>
  <Words>108</Words>
  <Paragraphs>56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2024-08-04T11:27:57Z</dcterms:created>
  <dc:creator>Ronan Ogor</dc:creator>
  <dc:description/>
  <dc:language>en-US</dc:language>
  <cp:lastModifiedBy/>
  <dcterms:modified xsi:type="dcterms:W3CDTF">2025-11-18T08:14:29Z</dcterms:modified>
  <cp:revision>5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7</vt:i4>
  </property>
</Properties>
</file>